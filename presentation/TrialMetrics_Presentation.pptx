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📊 TrialMetrics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9CA3AF"/>
                </a:solidFill>
              </a:defRPr>
            </a:pPr>
            <a:r>
              <a:t>Clinical Trial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6705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━━━━━━━━━━━━━━━━━━━━━━━━━━━━━━━━━━━━━━━━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Nathan Ramos, CFA</a:t>
            </a:r>
          </a:p>
          <a:p>
            <a:pPr algn="ctr">
              <a:defRPr sz="2000">
                <a:solidFill>
                  <a:srgbClr val="9CA3AF"/>
                </a:solidFill>
              </a:defRPr>
            </a:pPr>
            <a:r>
              <a:t>Senior Portfolio Manager | NR Capital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t>Track 1 — Tech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305 Hackathon —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 AI in Healthcare &amp; Biotech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CA3AF"/>
                </a:solidFill>
              </a:defRPr>
            </a:pPr>
            <a:r>
              <a:t>Challenge Selected:</a:t>
            </a:r>
          </a:p>
          <a:p>
            <a:pPr>
              <a:defRPr sz="2400" i="1">
                <a:solidFill>
                  <a:srgbClr val="3B82F6"/>
                </a:solidFill>
              </a:defRPr>
            </a:pPr>
            <a:r>
              <a:t>"Build a virtual research or clinical-trial dashboard</a:t>
            </a:r>
            <a:br/>
            <a:r>
              <a:t>for tracking metrics over time"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0"/>
            <a:ext cx="6705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━━━━━━━━━━━━━━━━━━━━━━━━━━━━━━━━━━━━━━━━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820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Our Solution: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D1D5DB"/>
                </a:solidFill>
              </a:defRPr>
            </a:pPr>
            <a:r>
              <a:t>✅ Live data from ClinicalTrials.gov API</a:t>
            </a:r>
          </a:p>
          <a:p>
            <a:pPr>
              <a:spcAft>
                <a:spcPts val="800"/>
              </a:spcAft>
              <a:defRPr sz="2200">
                <a:solidFill>
                  <a:srgbClr val="D1D5DB"/>
                </a:solidFill>
              </a:defRPr>
            </a:pPr>
            <a:r>
              <a:t>✅ Statistical power analysis (non-central t-distribution)</a:t>
            </a:r>
          </a:p>
          <a:p>
            <a:pPr>
              <a:spcAft>
                <a:spcPts val="800"/>
              </a:spcAft>
              <a:defRPr sz="2200">
                <a:solidFill>
                  <a:srgbClr val="D1D5DB"/>
                </a:solidFill>
              </a:defRPr>
            </a:pPr>
            <a:r>
              <a:t>✅ Enrollment forecasting (OLS + Newey-West HAC)</a:t>
            </a:r>
          </a:p>
          <a:p>
            <a:pPr>
              <a:spcAft>
                <a:spcPts val="800"/>
              </a:spcAft>
              <a:defRPr sz="2200">
                <a:solidFill>
                  <a:srgbClr val="D1D5DB"/>
                </a:solidFill>
              </a:defRPr>
            </a:pPr>
            <a:r>
              <a:t>✅ AI-powered executive summaries (GPT-4.1)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One unified dashboard replacing fragmented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